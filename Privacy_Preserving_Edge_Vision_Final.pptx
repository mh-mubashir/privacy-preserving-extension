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88952" cy="4572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88952" cy="4572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</a:rPr>
              <a:t>PRIVACY PRESERVING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5A623"/>
                </a:solidFill>
              </a:rPr>
              <a:t>EDGE 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60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B4C8"/>
                </a:solidFill>
              </a:rPr>
              <a:t>EECE 5698  ·  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Hamza Mubashir   ·   Malia Howe   ·   Sindhu SureshKumar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118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0B4C8"/>
                </a:solidFill>
              </a:rPr>
              <a:t>Northeastern University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46320"/>
            <a:ext cx="4114800" cy="5486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Mid-Checkpoint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02920" cy="10972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39903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02920" cy="10972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272491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7889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Dataset &amp; System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9476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794760"/>
            <a:ext cx="502920" cy="10972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405079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114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VAE Variants &amp; Architecture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2064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502920" cy="10972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537667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4067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Compute Cost &amp; Edge Deployment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114300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1143000"/>
            <a:ext cx="502920" cy="10972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139903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4630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Experimental Results &amp; Charts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46888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468880"/>
            <a:ext cx="502920" cy="10972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7376" y="272491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7889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Two-Phase Training Curve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79476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794760"/>
            <a:ext cx="502920" cy="10972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405079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1148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Challenges &amp; Why They Happened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5120640"/>
            <a:ext cx="5394960" cy="109728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5120640"/>
            <a:ext cx="502920" cy="109728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5376672"/>
            <a:ext cx="438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440679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Privacy-preserving representation learning for edge vision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394960" cy="493776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37160" cy="49377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THE GOAL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19072"/>
            <a:ext cx="5029200" cy="56692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92224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▸  Detect smiles reliably  (utility ✓)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468879"/>
            <a:ext cx="5029200" cy="56692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542032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▸  Suppress gender prediction  (privacy ✓)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3218687"/>
            <a:ext cx="5029200" cy="56692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291839"/>
            <a:ext cx="4754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▸  Run on edge hardware efficiently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0050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Target metric: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15968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B4C8"/>
                </a:solidFill>
              </a:rPr>
              <a:t>Privacy Accuracy ≈ 50%  (random guessing)
Utility Accuracy ≥ 85%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097280"/>
            <a:ext cx="5577840" cy="493776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097280"/>
            <a:ext cx="137160" cy="493776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2344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4A35"/>
                </a:solidFill>
              </a:rPr>
              <a:t>THE CHALLENGE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1719072"/>
            <a:ext cx="5166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Smile and gender are correlated in face images.
A model trained to detect smiles will also inadvertently encode gender cues — facial structure, lip shapes, and skin texture all carry gender information.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520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Our Solution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913632"/>
            <a:ext cx="5166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B4C8"/>
                </a:solidFill>
              </a:rPr>
              <a:t>Adversarial Representation Learning (ARL):
Train an encoder + adversary jointly. The adversary tries to predict gender from the encoder output. The encoder is trained to fool it — while still detecting smiles.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Dataset &amp;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749039" cy="502920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37160" cy="5029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2070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</a:rPr>
              <a:t>CelebA 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737360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·  202,599 celebrity face 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·  40 binary attribute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54096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·  Utility label: Smiling (attr #31)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12464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·  Privacy label: Male (attr #20)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370831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·  Train 162k · Val 19k · Test 19k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29200"/>
            <a:ext cx="3337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·  Input resolution: 224 × 224 RGB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097280"/>
            <a:ext cx="7360920" cy="502920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1097280"/>
            <a:ext cx="137160" cy="50292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1207008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96F3"/>
                </a:solidFill>
              </a:rPr>
              <a:t>ARL Training Pipeline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1920240"/>
            <a:ext cx="18288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1993392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Input Image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2304288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</a:rPr>
              <a:t>224×224 face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1920240"/>
            <a:ext cx="1828800" cy="6858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1993392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VAE Encoder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2304288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</a:rPr>
              <a:t>Compress → 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1920240"/>
            <a:ext cx="237744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7152" y="1993392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Decoder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04288"/>
            <a:ext cx="22677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</a:rPr>
              <a:t>Reconstruct image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3108960"/>
            <a:ext cx="2286000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6672" y="3182112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Utility Classifier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3493008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</a:rPr>
              <a:t>Predict Smile
(maximize acc)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3108960"/>
            <a:ext cx="2286000" cy="822960"/>
          </a:xfrm>
          <a:prstGeom prst="rect">
            <a:avLst/>
          </a:prstGeom>
          <a:solidFill>
            <a:srgbClr val="6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1312" y="3182112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Privacy Adversary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3493008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B4C8"/>
                </a:solidFill>
              </a:rPr>
              <a:t>Predict Gender
(fool this)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1762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17627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4160520"/>
            <a:ext cx="6035040" cy="502920"/>
          </a:xfrm>
          <a:prstGeom prst="rect">
            <a:avLst/>
          </a:prstGeom>
          <a:solidFill>
            <a:srgbClr val="0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0" y="422452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</a:rPr>
              <a:t>ARL Loss  =  Utility Loss  −  λ × Adversary Loss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4846320"/>
            <a:ext cx="6766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B4C8"/>
                </a:solidFill>
              </a:rPr>
              <a:t>Two-phase training: warm-up (utility only) → ARL (adversary activated)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VAE Encoder 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Member 1 — Sindhu SureshKumar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1430000" cy="162763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37160" cy="162763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07007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196F3"/>
                </a:solidFill>
              </a:rPr>
              <a:t>Vanilla VAE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093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Arch:  Conv encoder  3→32→64→128→256→512 → bottleneck (μ, σ) → mirrored deconv decoder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385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Loss:  MSE(recon, input) + 1·KL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▸  Baseline. Lossy compression discards fine-grained gender cues from the latent representation.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26080"/>
            <a:ext cx="11430000" cy="162763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926080"/>
            <a:ext cx="137160" cy="162763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035808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AF50"/>
                </a:solidFill>
              </a:rPr>
              <a:t>Beta-VAE  (β = 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381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Arch:  Identical architecture to VanillaVAE — same channel schedule, same decoder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7673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Loss:  MSE + 4·KL  (4× stronger KL regularisation)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07822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▸  Stronger KL forces the latent distribution closer to Gaussian. Gender and smile features are pushed to separate dimensions.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54880"/>
            <a:ext cx="11430000" cy="162763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137160" cy="16276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</a:rPr>
              <a:t>Residual VAE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2669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Arch:  ResNet-style residual blocks in encoder with skip connections. VanillaVAE decoder.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961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Loss:  MSE + 1·KL  (same loss as VanillaVAE)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90702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▸  Residual connections allow richer feature hierarchies. Achieved best NAG score in our experiments.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VAE Encoder 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Member 2 — Hamza Mubashir  |  Member 3 — Malia Howe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11430000" cy="162763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137160" cy="1627632"/>
          </a:xfrm>
          <a:prstGeom prst="rect">
            <a:avLst/>
          </a:prstGeom>
          <a:solidFill>
            <a:srgbClr val="AB47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07007"/>
            <a:ext cx="5486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B47BC"/>
                </a:solidFill>
              </a:rPr>
              <a:t>Beta-TC VAE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093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Arch:  Wider channels  3→64→128→256→512→1024  with residual blocks throughout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385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Loss:  MSE + β_KL·MI(z;x) + β_TC·TC(z) + β_dim·dim-KL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▸  Explicit Total Correlation penalty forces independent latent dims — adversary can't use smile dims to infer gender.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926080"/>
            <a:ext cx="11430000" cy="162763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926080"/>
            <a:ext cx="137160" cy="162763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035808"/>
            <a:ext cx="5486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800"/>
                </a:solidFill>
              </a:rPr>
              <a:t>Disentangled Beta-VAE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381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Arch:  Skip-connection encoder. Latent z split into z_utility and z_privacy halves. Only z_utility is decoded.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7673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Loss:  Standard β-VAE loss. Reconstruction computed from z_utility only.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07822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▸  Most explicit privacy bottleneck: z_privacy acts as a sink where gender info is routed and never decoded.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54880"/>
            <a:ext cx="11430000" cy="162763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137160" cy="162763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5486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4A35"/>
                </a:solidFill>
              </a:rPr>
              <a:t>VQ-VAE  (Member 3 — Malia Howe)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2669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Arch:  Encoder → Vector Quantiser (discrete codebook, 256 entries, dim=64) → Decoder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961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Loss:  MSE + codebook loss + commitment loss  (no KL term)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90702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5A623"/>
                </a:solidFill>
              </a:rPr>
              <a:t>▸  Discrete bottleneck is a strong information compressor. Collapsed in our runs — all inputs mapped to same entry.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Compute Cost &amp; Edge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Measured with ONNX Runtime (real CPU inference, single-threaded) and thop (MACs/params)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40312" cy="4754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1155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2384" y="1115568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MACs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3" y="1115568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Params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8383" y="1115568"/>
            <a:ext cx="14173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CPU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7143" y="11155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Cortex-A76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11155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Jetson Nano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0344" y="1115568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Edge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581912"/>
            <a:ext cx="11640312" cy="694944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175564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Vanilla VAE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2384" y="1755648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1.99G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15383" y="1755648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23.65M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3" y="1755648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7143" y="175564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175564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161ms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0344" y="175564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295144"/>
            <a:ext cx="11640312" cy="694944"/>
          </a:xfrm>
          <a:prstGeom prst="rect">
            <a:avLst/>
          </a:prstGeom>
          <a:solidFill>
            <a:srgbClr val="15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46887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Beta-VAE (β=4)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2384" y="2468879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1.99G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5383" y="2468879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23.65M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3" y="2468879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19ms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67143" y="24688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57ms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24688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152ms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10344" y="2468879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08376"/>
            <a:ext cx="11640312" cy="694944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318211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Residual VAE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72384" y="3182112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2.60G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15383" y="3182112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26.97M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8383" y="3182112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28ms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7143" y="318211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85ms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8744" y="318211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226ms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0344" y="3182112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CAF50"/>
                </a:solidFill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721608"/>
            <a:ext cx="11640312" cy="694944"/>
          </a:xfrm>
          <a:prstGeom prst="rect">
            <a:avLst/>
          </a:prstGeom>
          <a:solidFill>
            <a:srgbClr val="15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3895344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VQ-VAE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72384" y="3895344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3.48G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5383" y="3895344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0.66M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3895344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50ms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3" y="3895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150ms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38744" y="3895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400ms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10344" y="3895344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9800"/>
                </a:solidFill>
              </a:rPr>
              <a:t>~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434840"/>
            <a:ext cx="11640312" cy="694944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460857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Beta-TC VAE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72384" y="4608576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9.98G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15383" y="4608576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38.14M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58383" y="4608576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159ms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67143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477ms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1664ms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10344" y="4608576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4A35"/>
                </a:solidFill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148072"/>
            <a:ext cx="11640312" cy="694944"/>
          </a:xfrm>
          <a:prstGeom prst="rect">
            <a:avLst/>
          </a:prstGeom>
          <a:solidFill>
            <a:srgbClr val="15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" y="5321808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Disentangled β-VAE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72384" y="5321808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32.14G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15383" y="5321808"/>
            <a:ext cx="1051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17.78M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58383" y="5321808"/>
            <a:ext cx="14173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509ms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67143" y="53218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1528ms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38744" y="53218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5357ms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0344" y="532180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84A35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Target: &lt; 100ms on Jetson Nano for real-time edge.  VanillaVAE &amp; BetaVAE meet this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Quantitative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CelebA test set · 2,000 samples · 10 epochs · 20k training samples · Utility = Smile · Privacy = Gender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1640312" cy="4754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" y="1115568"/>
            <a:ext cx="2395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9776" y="1115568"/>
            <a:ext cx="10698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Utility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2776" y="1115568"/>
            <a:ext cx="10698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Privacy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6" y="1115568"/>
            <a:ext cx="102412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U-AUC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3056" y="1115568"/>
            <a:ext cx="1024127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P-AUC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0336" y="1115568"/>
            <a:ext cx="9326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1115568"/>
            <a:ext cx="9326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NAG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2015" y="1115568"/>
            <a:ext cx="17556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581912"/>
            <a:ext cx="11640312" cy="722376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" y="1783080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VanillaVAE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9776" y="1783080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AF50"/>
                </a:solidFill>
              </a:rPr>
              <a:t>86.1%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6" y="1783080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88.4%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1783080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1783080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1783080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1783080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1783080"/>
            <a:ext cx="1755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22576"/>
            <a:ext cx="11640312" cy="722376"/>
          </a:xfrm>
          <a:prstGeom prst="rect">
            <a:avLst/>
          </a:prstGeom>
          <a:solidFill>
            <a:srgbClr val="15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2523744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BetaVAE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9776" y="2523744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2523744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AF50"/>
                </a:solidFill>
              </a:rPr>
              <a:t>85.5%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2523744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63056" y="2523744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0336" y="2523744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5" y="2523744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2015" y="2523744"/>
            <a:ext cx="1755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</a:rPr>
              <a:t>Privacy 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063240"/>
            <a:ext cx="11640312" cy="722376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0896" y="3264408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ResidualVAE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3264408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AF50"/>
                </a:solidFill>
              </a:rPr>
              <a:t>85.9%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22776" y="3264408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86.3%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65776" y="3264408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63056" y="3264408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0336" y="326440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5" y="326440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72015" y="3264408"/>
            <a:ext cx="1755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NAG 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3803904"/>
            <a:ext cx="11640312" cy="722376"/>
          </a:xfrm>
          <a:prstGeom prst="rect">
            <a:avLst/>
          </a:prstGeom>
          <a:solidFill>
            <a:srgbClr val="15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" y="4005072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BetaTCVAE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79776" y="4005072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84.6%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22776" y="4005072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AF50"/>
                </a:solidFill>
              </a:rPr>
              <a:t>85.3%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65776" y="4005072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63056" y="4005072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0336" y="4005072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5" y="4005072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2015" y="4005072"/>
            <a:ext cx="1755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</a:rPr>
              <a:t>Privacy 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544568"/>
            <a:ext cx="11640312" cy="722376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4745736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FactorVAE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79776" y="4745736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AF50"/>
                </a:solidFill>
              </a:rPr>
              <a:t>87.0%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22776" y="4745736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88.7%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65776" y="4745736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63056" y="4745736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0336" y="4745736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0.876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5" y="4745736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0.956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72015" y="4745736"/>
            <a:ext cx="1755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196F3"/>
                </a:solidFill>
              </a:rPr>
              <a:t>Utility 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285232"/>
            <a:ext cx="11640312" cy="722376"/>
          </a:xfrm>
          <a:prstGeom prst="rect">
            <a:avLst/>
          </a:prstGeom>
          <a:solidFill>
            <a:srgbClr val="15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0896" y="5486400"/>
            <a:ext cx="23957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VQ-VAE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79776" y="5486400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46.1%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22776" y="5486400"/>
            <a:ext cx="10698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CAF50"/>
                </a:solidFill>
              </a:rPr>
              <a:t>76.2%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65776" y="5486400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0.512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63056" y="5486400"/>
            <a:ext cx="1024127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60336" y="5486400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5" y="5486400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0.000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2015" y="5486400"/>
            <a:ext cx="17556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4A35"/>
                </a:solidFill>
              </a:rPr>
              <a:t>Collapsed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Best Utility: FactorVAE 87.0%  ·  Best Privacy: BetaTCVAE/BetaVAE 85.3-85.5%  ·  Best Balance (NAG): ResidualVAE 0.988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Utility vs Privacy Accuracy — All Models</a:t>
            </a:r>
          </a:p>
        </p:txBody>
      </p:sp>
      <p:pic>
        <p:nvPicPr>
          <p:cNvPr id="5" name="Picture 4" descr="chart_utility_priv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32720" cy="5166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FactorVAE: best utility (87%).  BetaTCVAE &amp; BetaVAE: best privacy (85.3-85.5%).  All models still leak gender — ideal is 50%.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NAG Score — Privacy-Utility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Normalized Accuracy Gap = utility gain / privacy leak  |  Higher = better  |  0 = collapsed model</a:t>
            </a:r>
          </a:p>
        </p:txBody>
      </p:sp>
      <p:pic>
        <p:nvPicPr>
          <p:cNvPr id="6" name="Picture 5" descr="chart_n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ResidualVAE achieves the best NAG.  FactorVAE &amp; VQ-VAE score 0 because utility dropped to random chance (collapsed).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AUC-ROC — Utility vs Privacy Discriminability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AUC = 0.5 → random guessing (ideal for privacy)  |  AUC = 1.0 → perfect discrimination</a:t>
            </a:r>
          </a:p>
        </p:txBody>
      </p:sp>
      <p:pic>
        <p:nvPicPr>
          <p:cNvPr id="6" name="Picture 5" descr="chart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10058400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All VAEs still allow near-perfect gender discrimination (AUC ~0.95).  VQ-VAE privacy AUC ≈ 0.5 due to collapse, not privacy.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Lambda (λ) Sweep — Does Stronger Penalty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ARL loss = utility_loss − λ × adversary_loss  |  Higher λ = more privacy pressure on encoder</a:t>
            </a:r>
          </a:p>
        </p:txBody>
      </p:sp>
      <p:pic>
        <p:nvPicPr>
          <p:cNvPr id="6" name="Picture 5" descr="chart_lambd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4663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Increasing λ from 1→3 barely moves privacy accuracy.  The bottleneck is the adversary's strength, not the penalty weight.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Information Bottleneck — Latent Dimension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ResidualVAE · two-phase training (λ=2) · 13 epochs · 20k samples</a:t>
            </a:r>
          </a:p>
        </p:txBody>
      </p:sp>
      <p:pic>
        <p:nvPicPr>
          <p:cNvPr id="6" name="Picture 5" descr="chart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7315200" cy="48463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92440" y="1143000"/>
            <a:ext cx="3749039" cy="1225296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92440" y="1143000"/>
            <a:ext cx="128016" cy="1225296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7" y="123444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4A35"/>
                </a:solidFill>
              </a:rPr>
              <a:t>dim=256 (baseline)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39327" y="161848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B4C8"/>
                </a:solidFill>
              </a:rPr>
              <a:t>87.6% privacy — encoder has 256 slots, gender hides easily alongside smile.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496312"/>
            <a:ext cx="3749039" cy="1225296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496312"/>
            <a:ext cx="128016" cy="1225296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258775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800"/>
                </a:solidFill>
              </a:rPr>
              <a:t>dim=32 (tight bottleneck)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9718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B4C8"/>
                </a:solidFill>
              </a:rPr>
              <a:t>83.15% privacy ↓ — first real improvement. But utility fell to 75.1% — too aggressive.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3849624"/>
            <a:ext cx="3749039" cy="1225296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3849624"/>
            <a:ext cx="128016" cy="1225296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394106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AF50"/>
                </a:solidFill>
              </a:rPr>
              <a:t>dim=64 (sweet spot?)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432511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B4C8"/>
                </a:solidFill>
              </a:rPr>
              <a:t>Running now. Prediction: utility recovers to ~82%, privacy stays suppressed ~84%.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5202936"/>
            <a:ext cx="3749039" cy="1225296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5202936"/>
            <a:ext cx="128016" cy="122529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7" y="529437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Key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5678423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B4C8"/>
                </a:solidFill>
              </a:rPr>
              <a:t>Compressing latent space forces the encoder to keep only what's needed for smile — gender gets squeezed out.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Two-Phase Training — ResidualVAE (λ=2.0)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Phase 1: encoder learns utility (adversary OFF)  →  Phase 2: adversary activated</a:t>
            </a:r>
          </a:p>
        </p:txBody>
      </p:sp>
      <p:pic>
        <p:nvPicPr>
          <p:cNvPr id="6" name="Picture 5" descr="residualvae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498079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92440" y="1143000"/>
            <a:ext cx="3749039" cy="126187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92440" y="1143000"/>
            <a:ext cx="128016" cy="12618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9327" y="123444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Warmup (ep 1-3)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39327" y="1618488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B4C8"/>
                </a:solidFill>
              </a:rPr>
              <a:t>Adversary scores below random chance (39%) — encoder is free to learn utility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532888"/>
            <a:ext cx="3749039" cy="126187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2440" y="2532888"/>
            <a:ext cx="128016" cy="12618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26243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AF50"/>
                </a:solidFill>
              </a:rPr>
              <a:t>Epoch 4 jump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3008376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B4C8"/>
                </a:solidFill>
              </a:rPr>
              <a:t>Utility accuracy jumps to 82% in one epoch — warmup pre-training worked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3922776"/>
            <a:ext cx="3749039" cy="126187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3922776"/>
            <a:ext cx="128016" cy="12618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401421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800"/>
                </a:solidFill>
              </a:rPr>
              <a:t>Both curves 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4398264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B4C8"/>
                </a:solidFill>
              </a:rPr>
              <a:t>After ARL activates, both utility and privacy rise together — core challenge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5312664"/>
            <a:ext cx="3749039" cy="1261872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5312664"/>
            <a:ext cx="128016" cy="126187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7" y="5404104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4A35"/>
                </a:solidFill>
              </a:rPr>
              <a:t>Final epoch 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5788152"/>
            <a:ext cx="33832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B4C8"/>
                </a:solidFill>
              </a:rPr>
              <a:t>Utility 88.3%, Privacy 90.4% — adversary matches the encoder throughout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VAE Reconstructions — VanillaVAE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10 epochs · 20k samples · Each strip: input face images (top) → encoder → decoder output (bottom)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8288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11556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Epoch 1</a:t>
            </a:r>
          </a:p>
        </p:txBody>
      </p:sp>
      <p:pic>
        <p:nvPicPr>
          <p:cNvPr id="8" name="Picture 7" descr="member1_vanillavae_10e_20k_epoch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2768"/>
            <a:ext cx="11640312" cy="22128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3931920"/>
            <a:ext cx="201168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968496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Epoch 10</a:t>
            </a:r>
          </a:p>
        </p:txBody>
      </p:sp>
      <p:pic>
        <p:nvPicPr>
          <p:cNvPr id="11" name="Picture 10" descr="member1_vanillavae_10e_20k_epoch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425696"/>
            <a:ext cx="11640312" cy="221284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Reconstruction quality improves over epochs — sharper details, better colour fidelity at epoch 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VAE Reconstructions — BetaVAE (β=4)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7512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Stronger KL regularisation → smoother latent → slightly blurrier output than VanillaVAE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78992"/>
            <a:ext cx="18288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115568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Epoch 1</a:t>
            </a:r>
          </a:p>
        </p:txBody>
      </p:sp>
      <p:pic>
        <p:nvPicPr>
          <p:cNvPr id="8" name="Picture 7" descr="member1_betavae_10e_20k_epoch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2768"/>
            <a:ext cx="11640312" cy="22128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3931920"/>
            <a:ext cx="201168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3968496"/>
            <a:ext cx="18745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Epoch 10</a:t>
            </a:r>
          </a:p>
        </p:txBody>
      </p:sp>
      <p:pic>
        <p:nvPicPr>
          <p:cNvPr id="11" name="Picture 10" descr="member1_betavae_10e_20k_epoch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425696"/>
            <a:ext cx="11640312" cy="221284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28816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B4C8"/>
                </a:solidFill>
              </a:rPr>
              <a:t>β=4 trades reconstruction sharpness for better-structured latent space — utility is 81.5% vs VanillaVAE 86.1%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Challenges &amp; Why They Happened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15568"/>
            <a:ext cx="11430000" cy="123444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15568"/>
            <a:ext cx="137160" cy="123444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2070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4A35"/>
                </a:solidFill>
              </a:rPr>
              <a:t>⚠  Privacy accuracy won't drop below ~85%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10789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Smile and gender are correlated in CelebA — lipstick, jaw structure, skin texture. Even the best model (BetaTCVAE) only reaches 85.3%. Ideal is 50%.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87168"/>
            <a:ext cx="11430000" cy="123444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487168"/>
            <a:ext cx="137160" cy="12344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9800"/>
                </a:solidFill>
              </a:rPr>
              <a:t>⚠  Higher λ made things worse, not better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99232"/>
            <a:ext cx="10789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Increasing λ from 1→5 barely changed privacy (88.4% → still ~88%). The adversary is too capable — stronger penalty alone cannot overcome the correlation.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58768"/>
            <a:ext cx="11430000" cy="123444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858768"/>
            <a:ext cx="137160" cy="12344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950207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AF50"/>
                </a:solidFill>
              </a:rPr>
              <a:t>⚠  Information bottleneck trade-off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70831"/>
            <a:ext cx="10789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Reducing latent_dim 256→32 was the first experiment to lower privacy (87.6%→83.15%). But utility fell from 86.9%→75.1%. Currently testing dim=64 to find the sweet spot.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30368"/>
            <a:ext cx="11430000" cy="1234440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230368"/>
            <a:ext cx="137160" cy="123444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321807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4A35"/>
                </a:solidFill>
              </a:rPr>
              <a:t>⚠  VQ-VAE codebook collapse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42431"/>
            <a:ext cx="10789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B4C8"/>
                </a:solidFill>
              </a:rPr>
              <a:t>All face images mapped to the same codebook entry — output became a constant average face. Both utility and privacy dropped to near-random. Root cause: codebook capacity vs image diversity mismatch.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0292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15568"/>
            <a:ext cx="11430000" cy="1207008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15568"/>
            <a:ext cx="137160" cy="12070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225295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AF50"/>
                </a:solidFill>
              </a:rPr>
              <a:t>Focus on one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645919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B4C8"/>
                </a:solidFill>
              </a:rPr>
              <a:t>Fine-tune ResidualVAE (best NAG = 0.988) with more epochs and the full 160k training set.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68880"/>
            <a:ext cx="11430000" cy="1207008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468880"/>
            <a:ext cx="137160" cy="12070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96F3"/>
                </a:solidFill>
              </a:rPr>
              <a:t>Gradient Reversal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99232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B4C8"/>
                </a:solidFill>
              </a:rPr>
              <a:t>Replace ARL objective with a GRL — directly reverses gradients through the adversary, more principled than indirect penalisation.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22191"/>
            <a:ext cx="11430000" cy="1207008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3822191"/>
            <a:ext cx="137160" cy="1207008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9800"/>
                </a:solidFill>
              </a:rPr>
              <a:t>Lower resolution (64 × 64)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52544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B4C8"/>
                </a:solidFill>
              </a:rPr>
              <a:t>Less pixel information = less gender signal available. Malia is exploring this for VQ-VAE to prevent codebook collapse.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75503"/>
            <a:ext cx="11430000" cy="1207008"/>
          </a:xfrm>
          <a:prstGeom prst="rect">
            <a:avLst/>
          </a:prstGeom>
          <a:solidFill>
            <a:srgbClr val="1C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175503"/>
            <a:ext cx="137160" cy="1207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285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</a:rPr>
              <a:t>INT8 Quantisation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705855"/>
            <a:ext cx="1078992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B4C8"/>
                </a:solidFill>
              </a:rPr>
              <a:t>Post-training quantisation would reduce latency ~4×. VanillaVAE (20ms) could hit real-time at &lt; 10ms on edge CPU.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95728"/>
            <a:ext cx="12188952" cy="4572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434840"/>
            <a:ext cx="12188952" cy="45720"/>
          </a:xfrm>
          <a:prstGeom prst="rect">
            <a:avLst/>
          </a:prstGeom>
          <a:solidFill>
            <a:srgbClr val="E8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5A623"/>
                </a:solidFill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4C8"/>
                </a:solidFill>
              </a:rPr>
              <a:t>Code &amp; results available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186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github.com/mh-mubashir/privacy-preserving-extension  ·  branch: member1-sindhu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00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Hamza Mubashir   ·   Malia Howe   ·   Sindhu SureshKumar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035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4C8"/>
                </a:solidFill>
              </a:rPr>
              <a:t>Northeastern University  ·  EECE 5698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