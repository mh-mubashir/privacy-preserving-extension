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4572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88952" cy="4572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PRIVACY PRESERVING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5A623"/>
                </a:solidFill>
              </a:rPr>
              <a:t>EDGE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B4C8"/>
                </a:solidFill>
              </a:rPr>
              <a:t>EECE 5698  ·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Hamza Mubashir   ·   Malia Howe   ·   Sindhu SureshKumar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4C8"/>
                </a:solidFill>
              </a:rPr>
              <a:t>Northeastern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411480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Mid-Checkpoint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0292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39903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0292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272491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Dataset &amp; 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0292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405079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VAE Variants &amp;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0292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537667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Compute Cost &amp; Edge 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14300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143000"/>
            <a:ext cx="502920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39903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4630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Experimental Results &amp; Charts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468880"/>
            <a:ext cx="502920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72491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788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Two-Phase Training Curve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9476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794760"/>
            <a:ext cx="502920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405079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1148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Challenges &amp; Why They Happened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120640"/>
            <a:ext cx="5394960" cy="10972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120640"/>
            <a:ext cx="502920" cy="109728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5376672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4406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Privacy-preserving representation learning for edge vision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49377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37160" cy="4937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THE 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19072"/>
            <a:ext cx="50292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9222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Detect smiles reliably  (utility ✓)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68879"/>
            <a:ext cx="50292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4203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Suppress gender prediction  (privacy 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18687"/>
            <a:ext cx="502920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39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Run on edge hardware efficiently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05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Target metric: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1596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Privacy Accuracy ≈ 50%  (random guessing)
Utility Accuracy ≥ 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097280"/>
            <a:ext cx="5577840" cy="493776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137160" cy="493776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34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35"/>
                </a:solidFill>
              </a:rPr>
              <a:t>THE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719072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Smile and gender are correlated in face images.
A model trained to detect smiles will also inadvertently encode gender cues — facial structure, lip shapes, and skin texture all carry gender information.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Our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13632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Adversarial Representation Learning (ARL):
Train an encoder + adversary jointly. The adversary tries to predict gender from the encoder output. The encoder is trained to fool it — while still detecting smiles.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502920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37160" cy="502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CelebA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202,599 celebrity face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40 binary attribute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54096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Utility label: Smiling (attr #31)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12464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Privacy label: Male (attr #20)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70831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Train 162k · Val 19k · Test 19k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2920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·  Input resolution: 224 × 224 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097280"/>
            <a:ext cx="7360920" cy="502920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097280"/>
            <a:ext cx="137160" cy="5029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20700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ARL Training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920240"/>
            <a:ext cx="182880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9933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30428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224×224 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20240"/>
            <a:ext cx="1828800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199339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VAE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30428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Compress → 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920240"/>
            <a:ext cx="237744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99339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30428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Reconstruct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108960"/>
            <a:ext cx="228600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318211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Utility Classifier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493008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Predict Smile
(maximize acc)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108960"/>
            <a:ext cx="2286000" cy="822960"/>
          </a:xfrm>
          <a:prstGeom prst="rect">
            <a:avLst/>
          </a:prstGeom>
          <a:solidFill>
            <a:srgbClr val="6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318211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Privacy Adversary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493008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Predict Gender
(fool this)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1762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1762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160520"/>
            <a:ext cx="6035040" cy="50292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22452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ARL Loss  =  Utility Loss  −  λ × Adversary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846320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8"/>
                </a:solidFill>
              </a:rPr>
              <a:t>Two-phase training: warm-up (utility only) → ARL (adversary activated)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VAE Encoder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Member 1 — Sindhu SureshKumar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37160" cy="16276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07007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Vanilla VAE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Conv encoder  3→32→64→128→256→512 → bottleneck (μ, σ) → mirrored deconv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MSE(recon, input) + 1·KL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Baseline. Lossy compression discards fine-grained gender cues from the latent representation.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37160" cy="16276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AF50"/>
                </a:solidFill>
              </a:rPr>
              <a:t>Beta-VAE  (β =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381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Identical architecture to VanillaVAE — same channel schedule, same 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MSE + 4·KL  (4× stronger KL regularisation)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782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Stronger KL forces the latent distribution closer to Gaussian. Gender and smile features are pushed to separate dimensions.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37160" cy="16276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Residual VAE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669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ResNet-style residual blocks in encoder with skip connections. VanillaVAE decoder.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961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MSE + 1·KL  (same loss as VanillaVAE)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070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Residual connections allow richer feature hierarchies. Achieved best NAG score in our experiments.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VAE Encoder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Member 2 — Hamza Mubashir  |  Member 3 — Malia Howe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37160" cy="162763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07007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B47BC"/>
                </a:solidFill>
              </a:rPr>
              <a:t>Beta-TC VAE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Wider channels  3→64→128→256→512→1024  with residual blocks throughout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MSE + β_KL·MI(z;x) + β_TC·TC(z) + β_dim·dim-KL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Explicit Total Correlation penalty forces independent latent dims — adversary can't use smile dims to infer gender.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37160" cy="16276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0358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</a:rPr>
              <a:t>Disentangled Beta-VAE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381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Skip-connection encoder. Latent z split into z_utility and z_privacy halves. Only z_utility is decoded.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673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Standard β-VAE loss. Reconstruction computed from z_utility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782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Most explicit privacy bottleneck: z_privacy acts as a sink where gender info is routed and never decoded.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162763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37160" cy="162763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A35"/>
                </a:solidFill>
              </a:rPr>
              <a:t>VQ-VAE  (Member 3 — Malia Howe)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66944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Arch:  Encoder → Vector Quantiser (discrete codebook, 256 entries, dim=64) →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961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Loss:  MSE + codebook loss + commitment loss  (no KL term)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0702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▸  Discrete bottleneck is a strong information compressor. Collapsed in our runs — all inputs mapped to same 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Compute Cost &amp; Edge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Measured with ONNX Runtime (real CPU inference, single-threaded) and thop (MACs/params)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4031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155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2384" y="111556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MACs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3" y="111556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3" y="1115568"/>
            <a:ext cx="1417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CPU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3" y="11155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Cortex-A76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1155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Jetson Nano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0344" y="111556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Edge 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81912"/>
            <a:ext cx="11640312" cy="694944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7556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Vanilla VAE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17556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1.99G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3" y="17556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23.65M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3" y="1755648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3" y="17556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7556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161ms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17556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95144"/>
            <a:ext cx="11640312" cy="694944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46887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Beta-VAE (β=4)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246887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1.99G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246887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23.65M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3" y="2468879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19ms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3" y="24688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57ms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4688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152ms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0344" y="246887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08376"/>
            <a:ext cx="11640312" cy="694944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Residual VAE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2384" y="31821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2.60G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5383" y="31821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26.97M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383" y="3182112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28ms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3" y="3182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85ms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182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226ms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0344" y="31821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21608"/>
            <a:ext cx="11640312" cy="694944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38953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VQ-VAE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2384" y="38953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3.48G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15383" y="38953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0.66M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3895344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50ms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3" y="38953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8744" y="38953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400ms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0344" y="38953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</a:rPr>
              <a:t>~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34840"/>
            <a:ext cx="11640312" cy="694944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4608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Beta-TC VAE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2384" y="46085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9.98G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15383" y="460857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38.14M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8383" y="4608576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159ms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67143" y="4608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477ms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4608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1664ms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0344" y="46085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48072"/>
            <a:ext cx="11640312" cy="694944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53218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Disentangled β-VAE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72384" y="5321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32.14G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15383" y="532180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17.78M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8383" y="5321808"/>
            <a:ext cx="1417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509ms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143" y="53218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1528ms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8744" y="53218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5357ms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0344" y="532180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Target: &lt; 100ms on Jetson Nano for real-time edge.  VanillaVAE &amp; BetaVAE meet this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Quantitative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CelebA test set · 2,000 samples · Utility = Smile · Privacy = Gender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40312" cy="47548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15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11155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Utility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3" y="11155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Privacy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9824" y="111556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U-AUC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111556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11556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NAG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7384" y="1115568"/>
            <a:ext cx="1783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Privacy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81912"/>
            <a:ext cx="11640312" cy="640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VanillaVAE (λ=1)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173736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86.1%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3" y="173736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173736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173736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17373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1737360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Leaking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40280"/>
            <a:ext cx="11640312" cy="640080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395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BetaVAE (λ=1)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0944" y="239572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81.5%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3" y="239572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85.5%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23957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39572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23957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0.886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2395728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Leaking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98648"/>
            <a:ext cx="11640312" cy="640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" y="3054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ResidualVAE (λ=1)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30540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85.9%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5383" y="30540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86.4%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9824" y="30540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3054096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305409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30540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Leaking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57016"/>
            <a:ext cx="11640312" cy="640080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3712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ResidualVAE (λ=2)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0944" y="371246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CAF50"/>
                </a:solidFill>
              </a:rPr>
              <a:t>86.9%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15383" y="371246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87.6%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4" y="37124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371246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4" y="371246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0.980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7384" y="3712464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</a:rPr>
              <a:t>Leaking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15383"/>
            <a:ext cx="11640312" cy="640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4370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CVAE (3 epochs)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0944" y="4370831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56.0%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15383" y="4370831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</a:rPr>
              <a:t>60.6%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9824" y="4370831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0.714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4370831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44384" y="4370831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370831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</a:rPr>
              <a:t>Partial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873752"/>
            <a:ext cx="11640312" cy="640080"/>
          </a:xfrm>
          <a:prstGeom prst="rect">
            <a:avLst/>
          </a:prstGeom>
          <a:solidFill>
            <a:srgbClr val="151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" y="50292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FactorVAE (3 epochs)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0944" y="50292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46.1%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15383" y="50292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9800"/>
                </a:solidFill>
              </a:rPr>
              <a:t>64.3%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9824" y="502920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0.595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47104" y="502920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0.752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4384" y="50292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87384" y="5029200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Collapsed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532120"/>
            <a:ext cx="11640312" cy="64008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5687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VQ-VAE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80944" y="568756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46.1%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15383" y="568756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76.2%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49824" y="56875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7104" y="568756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0.509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4384" y="5687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0.000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7384" y="5687568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4A35"/>
                </a:solidFill>
              </a:rPr>
              <a:t>Collapsed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Goal: Utility &gt; 85%  and  Privacy ≈ 50%.  Best NAG: ResidualVAE (0.988)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Utility vs Privacy Accuracy — All Models</a:t>
            </a:r>
          </a:p>
        </p:txBody>
      </p:sp>
      <p:pic>
        <p:nvPicPr>
          <p:cNvPr id="5" name="Picture 4" descr="chart_utility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166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Privacy accuracy should be ≈50% (random).  All models score 85–90% — the adversary can still predict gender well.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NAG Score — Privacy-Utility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Normalized Accuracy Gap = utility gain / privacy leak  |  Higher = better  |  0 = collapsed model</a:t>
            </a:r>
          </a:p>
        </p:txBody>
      </p:sp>
      <p:pic>
        <p:nvPicPr>
          <p:cNvPr id="6" name="Picture 5" descr="chart_n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ResidualVAE achieves the best NAG.  FactorVAE &amp; VQ-VAE score 0 because utility dropped to random chance (collapsed).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AUC-ROC — Utility vs Privacy Discriminability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AUC = 0.5 → random guessing (ideal for privacy)  |  AUC = 1.0 → perfect discrimination</a:t>
            </a:r>
          </a:p>
        </p:txBody>
      </p:sp>
      <p:pic>
        <p:nvPicPr>
          <p:cNvPr id="6" name="Picture 5" descr="char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058400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All VAEs still allow near-perfect gender discrimination (AUC ~0.95).  VQ-VAE privacy AUC ≈ 0.5 due to collapse, not privacy.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Lambda (λ) Sweep — Does Stronger Penalty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ARL loss = utility_loss − λ × adversary_loss  |  Higher λ = more privacy pressure on encoder</a:t>
            </a:r>
          </a:p>
        </p:txBody>
      </p:sp>
      <p:pic>
        <p:nvPicPr>
          <p:cNvPr id="6" name="Picture 5" descr="chart_lambd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Increasing λ from 1→3 barely moves privacy accuracy.  The bottleneck is the adversary's strength, not the penalty weight.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Two-Phase Training Curve — ResidualVAE (λ=2.0)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Phase 1: encoder learns utility (adversary OFF)  →  Phase 2: adversary activated</a:t>
            </a:r>
          </a:p>
        </p:txBody>
      </p:sp>
      <p:pic>
        <p:nvPicPr>
          <p:cNvPr id="6" name="Picture 5" descr="residualvae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498079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143000"/>
            <a:ext cx="3749039" cy="126187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143000"/>
            <a:ext cx="128016" cy="12618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7" y="1234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Warmup (ep 1-3)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7" y="1618488"/>
            <a:ext cx="3383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Adversary scores below random chance (39%) — encoder is free to learn utility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532888"/>
            <a:ext cx="3749039" cy="126187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2532888"/>
            <a:ext cx="128016" cy="12618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2624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Epoch 4 jump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008376"/>
            <a:ext cx="3383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Utility accuracy jumps to 82% in one epoch — warmup pre-training worked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922776"/>
            <a:ext cx="3749039" cy="126187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922776"/>
            <a:ext cx="128016" cy="12618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4014215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</a:rPr>
              <a:t>Both curves 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4398264"/>
            <a:ext cx="3383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After ARL activates, both utility and privacy rise together — core challenge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5312664"/>
            <a:ext cx="3749039" cy="1261872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5312664"/>
            <a:ext cx="128016" cy="126187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54041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A35"/>
                </a:solidFill>
              </a:rPr>
              <a:t>Final epoch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5788152"/>
            <a:ext cx="3383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Utility 88.3%, Privacy 90.4% — adversary matches the encoder throughout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VAE Reconstructions — VanillaVAE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10 epochs · 20k samples · Each strip: input face images (top) → encoder → decoder output (bottom)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8288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Epoch 1</a:t>
            </a:r>
          </a:p>
        </p:txBody>
      </p:sp>
      <p:pic>
        <p:nvPicPr>
          <p:cNvPr id="8" name="Picture 7" descr="member1_vanillavae_10e_20k_epoch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11640312" cy="221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931920"/>
            <a:ext cx="201168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968496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Epoch 10</a:t>
            </a:r>
          </a:p>
        </p:txBody>
      </p:sp>
      <p:pic>
        <p:nvPicPr>
          <p:cNvPr id="11" name="Picture 10" descr="member1_vanillavae_10e_20k_epoch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25696"/>
            <a:ext cx="11640312" cy="22128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Reconstruction quality improves over epochs — sharper details, better colour fidelity at epoch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VAE Reconstructions — BetaVAE (β=4)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Stronger KL regularisation → smoother latent → slightly blurrier output than VanillaVAE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8288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Epoch 1</a:t>
            </a:r>
          </a:p>
        </p:txBody>
      </p:sp>
      <p:pic>
        <p:nvPicPr>
          <p:cNvPr id="8" name="Picture 7" descr="member1_betavae_10e_20k_epoch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72768"/>
            <a:ext cx="11640312" cy="22128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3931920"/>
            <a:ext cx="201168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968496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Epoch 10</a:t>
            </a:r>
          </a:p>
        </p:txBody>
      </p:sp>
      <p:pic>
        <p:nvPicPr>
          <p:cNvPr id="11" name="Picture 10" descr="member1_betavae_10e_20k_epoch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25696"/>
            <a:ext cx="11640312" cy="22128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β=4 trades reconstruction sharpness for better-structured latent space — utility is 81.5% vs VanillaVAE 86.1%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Challenges &amp; Why They Happened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11430000" cy="12344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137160" cy="123444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35"/>
                </a:solidFill>
              </a:rPr>
              <a:t>⚠  Privacy accuracy won't drop below ~85%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Smile and gender are correlated in CelebA — lipstick, jaw structure, skin texture. The encoder cannot fully decouple them in 13 epochs with a simple ARL objective.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11430000" cy="12344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37160" cy="1234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78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</a:rPr>
              <a:t>⚠  Adversary keeps pace with the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9923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ARL trains both simultaneously. As the encoder improves its representations, the adversary improves too. They converge to an equilibrium where privacy is not suppressed.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58768"/>
            <a:ext cx="11430000" cy="12344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58768"/>
            <a:ext cx="137160" cy="123444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50207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4A35"/>
                </a:solidFill>
              </a:rPr>
              <a:t>⚠  VQ-VAE codebook collapse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70831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All face images mapped to the same codebook entry — model output became a constant average face. Both utility and privacy dropped to random chance. Root cause: learning rate / codebook size mismatch.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30368"/>
            <a:ext cx="11430000" cy="1234440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230368"/>
            <a:ext cx="137160" cy="1234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321807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</a:rPr>
              <a:t>⚠  Latent adversary with 5 steps made privacy worse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42431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C8"/>
                </a:solidFill>
              </a:rPr>
              <a:t>Latent z contains more raw gender signal than a reconstructed image. With 5 adversary steps per encoder step, adversary loss saturated at 0.09 — leaving the encoder no gradient signal to suppress gender.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11430000" cy="1207008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137160" cy="1207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2529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50"/>
                </a:solidFill>
              </a:rPr>
              <a:t>Focus on one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45919"/>
            <a:ext cx="10789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Fine-tune ResidualVAE (best NAG = 0.988) with more epochs and the full 160k training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1430000" cy="1207008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137160" cy="12070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78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Gradient Reversal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99232"/>
            <a:ext cx="10789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Replace ARL objective with a GRL — directly reverses gradients through the adversary, more principled than indirect penalisation.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22191"/>
            <a:ext cx="11430000" cy="1207008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22191"/>
            <a:ext cx="137160" cy="12070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800"/>
                </a:solidFill>
              </a:rPr>
              <a:t>Lower resolution (64 × 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52544"/>
            <a:ext cx="10789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Less pixel information = less gender signal available. Malia is exploring this for VQ-VAE to prevent codebook collapse.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75503"/>
            <a:ext cx="11430000" cy="1207008"/>
          </a:xfrm>
          <a:prstGeom prst="rect">
            <a:avLst/>
          </a:prstGeom>
          <a:solidFill>
            <a:srgbClr val="1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75503"/>
            <a:ext cx="137160" cy="1207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INT8 Quantisation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05855"/>
            <a:ext cx="10789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8"/>
                </a:solidFill>
              </a:rPr>
              <a:t>Post-training quantisation would reduce latency ~4×. VanillaVAE (20ms) could hit real-time at &lt; 10ms on edge CPU.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12188952" cy="4572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34840"/>
            <a:ext cx="12188952" cy="45720"/>
          </a:xfrm>
          <a:prstGeom prst="rect">
            <a:avLst/>
          </a:prstGeom>
          <a:solidFill>
            <a:srgbClr val="E8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A623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4C8"/>
                </a:solidFill>
              </a:rPr>
              <a:t>Code &amp; results available 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github.com/mh-mubashir/privacy-preserving-extension  ·  branch: member1-sindhu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Hamza Mubashir   ·   Malia Howe   ·   Sindhu SureshKumar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4C8"/>
                </a:solidFill>
              </a:rPr>
              <a:t>Northeastern University  ·  EECE 5698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